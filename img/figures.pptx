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1AB"/>
    <a:srgbClr val="F7B89E"/>
    <a:srgbClr val="F5A485"/>
    <a:srgbClr val="F8BEA7"/>
    <a:srgbClr val="FEF1E7"/>
    <a:srgbClr val="E63F2B"/>
    <a:srgbClr val="E95A0C"/>
    <a:srgbClr val="E40063"/>
    <a:srgbClr val="EE7C00"/>
    <a:srgbClr val="EDDA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0537-2AC5-9A45-BC7A-0D480E69D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FE417-D6D7-BC89-DBBD-C07A37C83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87DD7-77ED-9807-0472-305FE052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A997F-FB03-D8C5-A181-DB779411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DFECE-3D9A-35B7-0EC7-43E25ECF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212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3F94-FFF1-18E6-602A-A50C7852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49B29-9075-A8EC-076A-56956C30F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F7E3-A452-17F6-4D68-179A3A2A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70851-7D3D-DB37-9BF3-C19A5E69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F0E4-07D9-1AB9-0C55-58B3B31B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212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D27CF-391D-A2FA-D616-94F8B3A5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D452D-1FE1-3928-7F93-2E37472DE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45A58-DE35-7E0F-AC5D-9DF13873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539E6-44F5-141F-964C-F12E8ED3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1122D-69C5-5388-3F9D-81F5FDBB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621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91BC-BCC0-84E5-A425-9F99C0809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4CA7-78F8-F8CA-A165-7E7160047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DBF0D-4044-F784-CC82-D286B6D53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972D-73F0-3592-8BA3-5233E56B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6615E-23B7-A075-6A0C-3E005DB0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CD869-1427-9D9C-DD07-8E6D9DD7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253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60D8-EB24-C2F6-F944-312203CA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058BC-B59F-5E23-B7BB-2D610A9EF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B7D39-A536-A883-B049-EE30841A7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3DDB0-5758-EA42-1DEF-B768F81AF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E283A-30CC-356D-2774-6ADAE83056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8CFCF-9860-C6DE-557F-D8EDF2341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B758E-DA3B-2142-02F1-D621AEDA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8D2F68-C05F-84E5-BC0D-DA4F7268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973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9F72-DBA7-834D-FF1D-62A95DF6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A7B4A-B8BA-8FF0-12CB-ADA80CAE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4C94C-8E70-2E7A-4BFA-26FEC36E3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1B111-27C2-F2C2-1440-E29899E2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134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5612AD-5585-3667-E64B-120F0B90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06D5E-AB75-18D9-C1AA-8C5EC842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DAEA5-467F-52DC-384A-7E4A529B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8786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4D7E-13DC-2859-16FE-F1D401B5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538F-43C4-CFC4-5E29-74E796E1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A5FAF-B10B-3EAF-A802-705F109A7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47A19-D03D-2254-628A-996281B8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BDC8D-24D3-57E4-F4AC-0ECD7082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D8B0-C2EB-EEAA-ADCE-47A61841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787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9909-095A-5263-1BC2-093D24BB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ED191-8C29-5BE1-21D2-63C8BB530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6495D-13B8-C502-90F3-12C10A71E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0F540-A5B0-9D17-F6CF-6A3BF8A7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74731-1CC2-0AA2-5818-BA927212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023CA-997A-C8A4-2D46-513A1C71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2737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8AEA-54B6-6CD6-CEA0-280A1D0A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118A1-2B06-06CA-19B4-03C6E2BE9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B4E9-8FA5-91C3-75E8-5C3AA7F0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D490-9E87-AD7C-A2B7-30BAD9E6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EC741-1C46-593F-507E-046D56F2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854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C7CBA-975D-5202-6EA6-D07A249C3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1C155-2C76-D27B-68F9-4D2AF487F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33E62-65A6-1E4D-AD45-8135DBAF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DC2CE-437E-FCA5-2785-2822423C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5EA9C-DC77-70CE-84EB-2FF4FAF1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11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793789-CE22-1F90-A8C7-938DD1A4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36EE3-A0F2-596C-1AA1-A98D5CE4C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BC3D0-6212-9301-178D-6AECECD52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F88E7-7AEB-4552-BD1F-3178184D07B5}" type="datetimeFigureOut">
              <a:rPr lang="en-NL" smtClean="0"/>
              <a:t>27/08/2026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B242D-DAF5-3CF2-82A8-2EAAC172F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7197-7A97-7575-C552-C9FAB9F5B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9938E-840A-41BD-A90A-692CE41D95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414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58CF04-0CF6-693D-637D-8B192FB915BB}"/>
              </a:ext>
            </a:extLst>
          </p:cNvPr>
          <p:cNvSpPr/>
          <p:nvPr/>
        </p:nvSpPr>
        <p:spPr>
          <a:xfrm>
            <a:off x="4912794" y="545347"/>
            <a:ext cx="1588193" cy="1249218"/>
          </a:xfrm>
          <a:prstGeom prst="rect">
            <a:avLst/>
          </a:prstGeom>
          <a:solidFill>
            <a:srgbClr val="FEF1E7"/>
          </a:solidFill>
          <a:ln>
            <a:solidFill>
              <a:srgbClr val="F8C1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Basic processing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4358C-F2F6-1158-22E6-C6387C59E91A}"/>
              </a:ext>
            </a:extLst>
          </p:cNvPr>
          <p:cNvSpPr/>
          <p:nvPr/>
        </p:nvSpPr>
        <p:spPr>
          <a:xfrm>
            <a:off x="2625097" y="2595472"/>
            <a:ext cx="1588193" cy="1249218"/>
          </a:xfrm>
          <a:prstGeom prst="rect">
            <a:avLst/>
          </a:prstGeom>
          <a:solidFill>
            <a:srgbClr val="F8BEA7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Phosphosite analysis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CCFE6C-A421-272A-2CD8-F29F4593123A}"/>
              </a:ext>
            </a:extLst>
          </p:cNvPr>
          <p:cNvSpPr/>
          <p:nvPr/>
        </p:nvSpPr>
        <p:spPr>
          <a:xfrm>
            <a:off x="7251403" y="2595472"/>
            <a:ext cx="1588193" cy="1249218"/>
          </a:xfrm>
          <a:prstGeom prst="rect">
            <a:avLst/>
          </a:prstGeom>
          <a:solidFill>
            <a:srgbClr val="F5A48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Kinase analysis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AB609-C74F-42BF-9381-A7429A4A6FDF}"/>
              </a:ext>
            </a:extLst>
          </p:cNvPr>
          <p:cNvSpPr txBox="1"/>
          <p:nvPr/>
        </p:nvSpPr>
        <p:spPr>
          <a:xfrm>
            <a:off x="6637944" y="831251"/>
            <a:ext cx="239429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/>
              <a:t>Quality control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/>
              <a:t>Normalization</a:t>
            </a:r>
            <a:endParaRPr lang="en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B6806E-33AB-9352-58F9-351DC119CD4C}"/>
              </a:ext>
            </a:extLst>
          </p:cNvPr>
          <p:cNvSpPr txBox="1"/>
          <p:nvPr/>
        </p:nvSpPr>
        <p:spPr>
          <a:xfrm>
            <a:off x="921326" y="2896915"/>
            <a:ext cx="15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dirty="0"/>
              <a:t>Direction and size of effect</a:t>
            </a:r>
            <a:endParaRPr lang="en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221A7-B5CA-E0CE-E0F6-FFF9EC71CE5B}"/>
              </a:ext>
            </a:extLst>
          </p:cNvPr>
          <p:cNvSpPr txBox="1"/>
          <p:nvPr/>
        </p:nvSpPr>
        <p:spPr>
          <a:xfrm>
            <a:off x="8910158" y="2896915"/>
            <a:ext cx="2509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u-HU" dirty="0"/>
              <a:t>Map phosphosite-kinase relationships</a:t>
            </a:r>
            <a:endParaRPr lang="en-NL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770BB70E-0303-FA9D-52BA-6D119CB669C6}"/>
              </a:ext>
            </a:extLst>
          </p:cNvPr>
          <p:cNvSpPr/>
          <p:nvPr/>
        </p:nvSpPr>
        <p:spPr>
          <a:xfrm rot="19106331">
            <a:off x="4248240" y="2086262"/>
            <a:ext cx="755947" cy="380455"/>
          </a:xfrm>
          <a:prstGeom prst="lef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80284803-35FD-A7E8-A3F9-B1CDB84CB24D}"/>
              </a:ext>
            </a:extLst>
          </p:cNvPr>
          <p:cNvSpPr/>
          <p:nvPr/>
        </p:nvSpPr>
        <p:spPr>
          <a:xfrm rot="13489601">
            <a:off x="6525193" y="2077980"/>
            <a:ext cx="755947" cy="380455"/>
          </a:xfrm>
          <a:prstGeom prst="lef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69D015E-4C67-DAE0-07BA-19D066041B8A}"/>
              </a:ext>
            </a:extLst>
          </p:cNvPr>
          <p:cNvCxnSpPr>
            <a:cxnSpLocks/>
          </p:cNvCxnSpPr>
          <p:nvPr/>
        </p:nvCxnSpPr>
        <p:spPr>
          <a:xfrm>
            <a:off x="4531360" y="3220080"/>
            <a:ext cx="23718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8A32B6-5D37-4C06-2AD7-4D696D5F3131}"/>
              </a:ext>
            </a:extLst>
          </p:cNvPr>
          <p:cNvSpPr txBox="1"/>
          <p:nvPr/>
        </p:nvSpPr>
        <p:spPr>
          <a:xfrm>
            <a:off x="4400112" y="3308913"/>
            <a:ext cx="2780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minimum signal significance is required for reliable kinase detection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479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Dora Schuller</dc:creator>
  <cp:lastModifiedBy>Dora Schuller</cp:lastModifiedBy>
  <cp:revision>7</cp:revision>
  <dcterms:created xsi:type="dcterms:W3CDTF">2025-09-01T10:16:08Z</dcterms:created>
  <dcterms:modified xsi:type="dcterms:W3CDTF">2026-08-27T13:58:52Z</dcterms:modified>
</cp:coreProperties>
</file>