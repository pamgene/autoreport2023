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6" r:id="rId2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C1AB"/>
    <a:srgbClr val="F7B89E"/>
    <a:srgbClr val="F5A485"/>
    <a:srgbClr val="F8BEA7"/>
    <a:srgbClr val="FEF1E7"/>
    <a:srgbClr val="E63F2B"/>
    <a:srgbClr val="E95A0C"/>
    <a:srgbClr val="E40063"/>
    <a:srgbClr val="EE7C00"/>
    <a:srgbClr val="EDDA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40537-2AC5-9A45-BC7A-0D480E69D1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9FE417-D6D7-BC89-DBBD-C07A37C835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487DD7-77ED-9807-0472-305FE0525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F88E7-7AEB-4552-BD1F-3178184D07B5}" type="datetimeFigureOut">
              <a:rPr lang="en-NL" smtClean="0"/>
              <a:t>03/09/2026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8A997F-FB03-D8C5-A181-DB779411F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7DFECE-3D9A-35B7-0EC7-43E25ECF9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E9938E-840A-41BD-A90A-692CE41D9515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12122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F3F94-FFF1-18E6-602A-A50C78524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449B29-9075-A8EC-076A-56956C30F7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5FF7E3-A452-17F6-4D68-179A3A2A8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F88E7-7AEB-4552-BD1F-3178184D07B5}" type="datetimeFigureOut">
              <a:rPr lang="en-NL" smtClean="0"/>
              <a:t>03/09/2026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470851-7D3D-DB37-9BF3-C19A5E6971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65F0E4-07D9-1AB9-0C55-58B3B31BF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E9938E-840A-41BD-A90A-692CE41D9515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92124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D27CF-391D-A2FA-D616-94F8B3A53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9D452D-1FE1-3928-7F93-2E37472DE3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245A58-DE35-7E0F-AC5D-9DF138733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F88E7-7AEB-4552-BD1F-3178184D07B5}" type="datetimeFigureOut">
              <a:rPr lang="en-NL" smtClean="0"/>
              <a:t>03/09/2026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F539E6-44F5-141F-964C-F12E8ED30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B1122D-69C5-5388-3F9D-81F5FDBBA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E9938E-840A-41BD-A90A-692CE41D9515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262128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391BC-BCC0-84E5-A425-9F99C0809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694CA7-78F8-F8CA-A165-7E71600476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2DBF0D-4044-F784-CC82-D286B6D536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20972D-73F0-3592-8BA3-5233E56BC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F88E7-7AEB-4552-BD1F-3178184D07B5}" type="datetimeFigureOut">
              <a:rPr lang="en-NL" smtClean="0"/>
              <a:t>03/09/2026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E6615E-23B7-A075-6A0C-3E005DB0F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7CD869-1427-9D9C-DD07-8E6D9DD7B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E9938E-840A-41BD-A90A-692CE41D9515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92534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660D8-EB24-C2F6-F944-312203CAE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7058BC-B59F-5E23-B7BB-2D610A9EF8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DB7D39-A536-A883-B049-EE30841A7E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F3DDB0-5758-EA42-1DEF-B768F81AF6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3E283A-30CC-356D-2774-6ADAE83056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F8CFCF-9860-C6DE-557F-D8EDF23413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F88E7-7AEB-4552-BD1F-3178184D07B5}" type="datetimeFigureOut">
              <a:rPr lang="en-NL" smtClean="0"/>
              <a:t>03/09/2026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6B758E-DA3B-2142-02F1-D621AEDAE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8D2F68-C05F-84E5-BC0D-DA4F72685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E9938E-840A-41BD-A90A-692CE41D9515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199731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09F72-DBA7-834D-FF1D-62A95DF64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EA7B4A-B8BA-8FF0-12CB-ADA80CAE2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F88E7-7AEB-4552-BD1F-3178184D07B5}" type="datetimeFigureOut">
              <a:rPr lang="en-NL" smtClean="0"/>
              <a:t>03/09/2026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24C94C-8E70-2E7A-4BFA-26FEC36E3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61B111-27C2-F2C2-1440-E29899E29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E9938E-840A-41BD-A90A-692CE41D9515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213410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5612AD-5585-3667-E64B-120F0B909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F88E7-7AEB-4552-BD1F-3178184D07B5}" type="datetimeFigureOut">
              <a:rPr lang="en-NL" smtClean="0"/>
              <a:t>03/09/2026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806D5E-AB75-18D9-C1AA-8C5EC842F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ADAEA5-467F-52DC-384A-7E4A529B8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E9938E-840A-41BD-A90A-692CE41D9515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87862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94D7E-13DC-2859-16FE-F1D401B52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86538F-43C4-CFC4-5E29-74E796E18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AA5FAF-B10B-3EAF-A802-705F109A7B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D47A19-D03D-2254-628A-996281B8E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F88E7-7AEB-4552-BD1F-3178184D07B5}" type="datetimeFigureOut">
              <a:rPr lang="en-NL" smtClean="0"/>
              <a:t>03/09/2026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7BDC8D-24D3-57E4-F4AC-0ECD70824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F1D8B0-C2EB-EEAA-ADCE-47A61841F7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E9938E-840A-41BD-A90A-692CE41D9515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278745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99909-095A-5263-1BC2-093D24BB1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35ED191-8C29-5BE1-21D2-63C8BB530C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6495D-13B8-C502-90F3-12C10A71E1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80F540-A5B0-9D17-F6CF-6A3BF8A71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F88E7-7AEB-4552-BD1F-3178184D07B5}" type="datetimeFigureOut">
              <a:rPr lang="en-NL" smtClean="0"/>
              <a:t>03/09/2026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674731-1CC2-0AA2-5818-BA9272128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D023CA-997A-C8A4-2D46-513A1C715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E9938E-840A-41BD-A90A-692CE41D9515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27370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18AEA-54B6-6CD6-CEA0-280A1D0A0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3118A1-2B06-06CA-19B4-03C6E2BE98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0BB4E9-8FA5-91C3-75E8-5C3AA7F034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F88E7-7AEB-4552-BD1F-3178184D07B5}" type="datetimeFigureOut">
              <a:rPr lang="en-NL" smtClean="0"/>
              <a:t>03/09/2026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93D490-9E87-AD7C-A2B7-30BAD9E64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BEC741-1C46-593F-507E-046D56F2B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E9938E-840A-41BD-A90A-692CE41D9515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385476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88C7CBA-975D-5202-6EA6-D07A249C3F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D1C155-2C76-D27B-68F9-4D2AF487FC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E33E62-65A6-1E4D-AD45-8135DBAFE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F88E7-7AEB-4552-BD1F-3178184D07B5}" type="datetimeFigureOut">
              <a:rPr lang="en-NL" smtClean="0"/>
              <a:t>03/09/2026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8DC2CE-437E-FCA5-2785-2822423C7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15EA9C-DC77-70CE-84EB-2FF4FAF1B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E9938E-840A-41BD-A90A-692CE41D9515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61145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793789-CE22-1F90-A8C7-938DD1A4E0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336EE3-A0F2-596C-1AA1-A98D5CE4CE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0BC3D0-6212-9301-178D-6AECECD52D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96F88E7-7AEB-4552-BD1F-3178184D07B5}" type="datetimeFigureOut">
              <a:rPr lang="en-NL" smtClean="0"/>
              <a:t>03/09/2026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9B242D-DAF5-3CF2-82A8-2EAAC172F8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8C7197-7A97-7575-C552-C9FAB9F5B8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E9938E-840A-41BD-A90A-692CE41D9515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24141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B58CF04-0CF6-693D-637D-8B192FB915BB}"/>
              </a:ext>
            </a:extLst>
          </p:cNvPr>
          <p:cNvSpPr/>
          <p:nvPr/>
        </p:nvSpPr>
        <p:spPr>
          <a:xfrm>
            <a:off x="4912794" y="545347"/>
            <a:ext cx="1588193" cy="1249218"/>
          </a:xfrm>
          <a:prstGeom prst="rect">
            <a:avLst/>
          </a:prstGeom>
          <a:solidFill>
            <a:srgbClr val="FEF1E7"/>
          </a:solidFill>
          <a:ln>
            <a:solidFill>
              <a:srgbClr val="F8C1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b="1" dirty="0">
                <a:solidFill>
                  <a:schemeClr val="tx1"/>
                </a:solidFill>
              </a:rPr>
              <a:t>Basic processing</a:t>
            </a:r>
            <a:endParaRPr lang="en-NL" b="1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34358C-F2F6-1158-22E6-C6387C59E91A}"/>
              </a:ext>
            </a:extLst>
          </p:cNvPr>
          <p:cNvSpPr/>
          <p:nvPr/>
        </p:nvSpPr>
        <p:spPr>
          <a:xfrm>
            <a:off x="2625097" y="2595472"/>
            <a:ext cx="1588193" cy="1249218"/>
          </a:xfrm>
          <a:prstGeom prst="rect">
            <a:avLst/>
          </a:prstGeom>
          <a:solidFill>
            <a:srgbClr val="F8BEA7"/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b="1" dirty="0">
                <a:solidFill>
                  <a:schemeClr val="tx1"/>
                </a:solidFill>
              </a:rPr>
              <a:t>Phosphosite analysis</a:t>
            </a:r>
            <a:endParaRPr lang="en-NL" b="1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CCFE6C-A421-272A-2CD8-F29F4593123A}"/>
              </a:ext>
            </a:extLst>
          </p:cNvPr>
          <p:cNvSpPr/>
          <p:nvPr/>
        </p:nvSpPr>
        <p:spPr>
          <a:xfrm>
            <a:off x="7251403" y="2595472"/>
            <a:ext cx="1588193" cy="1249218"/>
          </a:xfrm>
          <a:prstGeom prst="rect">
            <a:avLst/>
          </a:prstGeom>
          <a:solidFill>
            <a:srgbClr val="F5A485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b="1" dirty="0">
                <a:solidFill>
                  <a:schemeClr val="tx1"/>
                </a:solidFill>
              </a:rPr>
              <a:t>Kinase analysis</a:t>
            </a:r>
            <a:endParaRPr lang="en-NL" b="1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1AB609-C74F-42BF-9381-A7429A4A6FDF}"/>
              </a:ext>
            </a:extLst>
          </p:cNvPr>
          <p:cNvSpPr txBox="1"/>
          <p:nvPr/>
        </p:nvSpPr>
        <p:spPr>
          <a:xfrm>
            <a:off x="6637944" y="831251"/>
            <a:ext cx="2394296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hu-HU" dirty="0"/>
              <a:t>Quality control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hu-HU" dirty="0"/>
              <a:t>Normalization</a:t>
            </a:r>
            <a:endParaRPr lang="en-NL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B6806E-33AB-9352-58F9-351DC119CD4C}"/>
              </a:ext>
            </a:extLst>
          </p:cNvPr>
          <p:cNvSpPr txBox="1"/>
          <p:nvPr/>
        </p:nvSpPr>
        <p:spPr>
          <a:xfrm>
            <a:off x="921326" y="2896915"/>
            <a:ext cx="15881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hu-HU" dirty="0"/>
              <a:t>Direction and size of effect</a:t>
            </a:r>
            <a:endParaRPr lang="en-NL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3221A7-B5CA-E0CE-E0F6-FFF9EC71CE5B}"/>
              </a:ext>
            </a:extLst>
          </p:cNvPr>
          <p:cNvSpPr txBox="1"/>
          <p:nvPr/>
        </p:nvSpPr>
        <p:spPr>
          <a:xfrm>
            <a:off x="8910159" y="2896915"/>
            <a:ext cx="19204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hu-HU" dirty="0"/>
              <a:t>Prediction of kinases</a:t>
            </a:r>
            <a:endParaRPr lang="en-NL" dirty="0"/>
          </a:p>
        </p:txBody>
      </p:sp>
      <p:sp>
        <p:nvSpPr>
          <p:cNvPr id="14" name="Arrow: Left 13">
            <a:extLst>
              <a:ext uri="{FF2B5EF4-FFF2-40B4-BE49-F238E27FC236}">
                <a16:creationId xmlns:a16="http://schemas.microsoft.com/office/drawing/2014/main" id="{770BB70E-0303-FA9D-52BA-6D119CB669C6}"/>
              </a:ext>
            </a:extLst>
          </p:cNvPr>
          <p:cNvSpPr/>
          <p:nvPr/>
        </p:nvSpPr>
        <p:spPr>
          <a:xfrm rot="19106331">
            <a:off x="4248240" y="2086262"/>
            <a:ext cx="755947" cy="380455"/>
          </a:xfrm>
          <a:prstGeom prst="left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8" name="Arrow: Left 17">
            <a:extLst>
              <a:ext uri="{FF2B5EF4-FFF2-40B4-BE49-F238E27FC236}">
                <a16:creationId xmlns:a16="http://schemas.microsoft.com/office/drawing/2014/main" id="{80284803-35FD-A7E8-A3F9-B1CDB84CB24D}"/>
              </a:ext>
            </a:extLst>
          </p:cNvPr>
          <p:cNvSpPr/>
          <p:nvPr/>
        </p:nvSpPr>
        <p:spPr>
          <a:xfrm rot="13489601">
            <a:off x="6525193" y="2077980"/>
            <a:ext cx="755947" cy="380455"/>
          </a:xfrm>
          <a:prstGeom prst="left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C69D015E-4C67-DAE0-07BA-19D066041B8A}"/>
              </a:ext>
            </a:extLst>
          </p:cNvPr>
          <p:cNvCxnSpPr>
            <a:cxnSpLocks/>
          </p:cNvCxnSpPr>
          <p:nvPr/>
        </p:nvCxnSpPr>
        <p:spPr>
          <a:xfrm>
            <a:off x="4531360" y="3220080"/>
            <a:ext cx="2371806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68A32B6-5D37-4C06-2AD7-4D696D5F3131}"/>
              </a:ext>
            </a:extLst>
          </p:cNvPr>
          <p:cNvSpPr txBox="1"/>
          <p:nvPr/>
        </p:nvSpPr>
        <p:spPr>
          <a:xfrm>
            <a:off x="4400112" y="3308913"/>
            <a:ext cx="27807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A minimum signal significance is required for reliable kinase detection</a:t>
            </a:r>
            <a:endParaRPr lang="en-NL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F741E85-443E-CF3D-84C6-2B624E575185}"/>
              </a:ext>
            </a:extLst>
          </p:cNvPr>
          <p:cNvSpPr/>
          <p:nvPr/>
        </p:nvSpPr>
        <p:spPr>
          <a:xfrm>
            <a:off x="782320" y="162560"/>
            <a:ext cx="9946640" cy="452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47904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27</Words>
  <Application>Microsoft Office PowerPoint</Application>
  <PresentationFormat>Widescreen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Dora Schuller</dc:creator>
  <cp:lastModifiedBy>Dora Schuller</cp:lastModifiedBy>
  <cp:revision>9</cp:revision>
  <dcterms:created xsi:type="dcterms:W3CDTF">2025-09-01T10:16:08Z</dcterms:created>
  <dcterms:modified xsi:type="dcterms:W3CDTF">2026-09-03T09:12:42Z</dcterms:modified>
</cp:coreProperties>
</file>